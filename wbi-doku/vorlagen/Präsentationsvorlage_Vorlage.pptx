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6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88FA8-3106-42DF-BAC8-875E3E784924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92D6C-F951-448B-BC1D-D74734B61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6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 defTabSz="112541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7385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marR="0" indent="0" algn="ctr" defTabSz="1125415" rtl="0" eaLnBrk="1" fontAlgn="auto" latinLnBrk="0" hangingPunct="1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rgbClr val="0093CC"/>
              </a:buClr>
              <a:buSzTx/>
              <a:buFont typeface="Wingdings" panose="05000000000000000000" pitchFamily="2" charset="2"/>
              <a:buNone/>
              <a:tabLst/>
              <a:defRPr lang="de-DE" sz="2954" i="0" u="none" kern="1200" baseline="0" dirty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310896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5361" y="142528"/>
            <a:ext cx="10801200" cy="838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Clr>
                <a:srgbClr val="0093CC"/>
              </a:buClr>
              <a:defRPr lang="de-DE" sz="2200" i="0" u="none" kern="120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844062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20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marL="1406769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8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969477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6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2532185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AT" sz="1400" i="0" u="none" kern="1200" baseline="0" dirty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8627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 defTabSz="112541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7385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Titel.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de-DE" sz="2954" i="0" u="none" kern="1200" baseline="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125415" rtl="0" eaLnBrk="1" fontAlgn="auto" latinLnBrk="0" hangingPunct="1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rgbClr val="0093CC"/>
              </a:buClr>
              <a:buSzTx/>
              <a:buFont typeface="Wingdings" panose="05000000000000000000" pitchFamily="2" charset="2"/>
              <a:buNone/>
              <a:tabLst/>
            </a:pPr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85485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20000" y="1160124"/>
            <a:ext cx="5181600" cy="5016839"/>
          </a:xfrm>
        </p:spPr>
        <p:txBody>
          <a:bodyPr>
            <a:normAutofit/>
          </a:bodyPr>
          <a:lstStyle>
            <a:lvl1pPr>
              <a:buClr>
                <a:srgbClr val="0093CC"/>
              </a:buClr>
              <a:defRPr lang="de-DE" sz="22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844062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20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marL="1406769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8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969477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6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2532185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AT" sz="1400" i="0" u="none" kern="1200" baseline="0" dirty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1" y="1160124"/>
            <a:ext cx="5181600" cy="5016839"/>
          </a:xfrm>
        </p:spPr>
        <p:txBody>
          <a:bodyPr>
            <a:normAutofit/>
          </a:bodyPr>
          <a:lstStyle>
            <a:lvl1pPr>
              <a:buClr>
                <a:srgbClr val="0093CC"/>
              </a:buClr>
              <a:defRPr lang="de-DE" sz="22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844062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20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marL="1406769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8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969477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6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2532185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AT" sz="1400" i="0" u="none" kern="1200" baseline="0" dirty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82210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9" y="365129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562708" indent="0">
              <a:buNone/>
              <a:defRPr sz="2462" b="1"/>
            </a:lvl2pPr>
            <a:lvl3pPr marL="1125415" indent="0">
              <a:buNone/>
              <a:defRPr sz="2215" b="1"/>
            </a:lvl3pPr>
            <a:lvl4pPr marL="1688123" indent="0">
              <a:buNone/>
              <a:defRPr sz="1969" b="1"/>
            </a:lvl4pPr>
            <a:lvl5pPr marL="2250830" indent="0">
              <a:buNone/>
              <a:defRPr sz="1969" b="1"/>
            </a:lvl5pPr>
            <a:lvl6pPr marL="2813539" indent="0">
              <a:buNone/>
              <a:defRPr sz="1969" b="1"/>
            </a:lvl6pPr>
            <a:lvl7pPr marL="3376246" indent="0">
              <a:buNone/>
              <a:defRPr sz="1969" b="1"/>
            </a:lvl7pPr>
            <a:lvl8pPr marL="3938954" indent="0">
              <a:buNone/>
              <a:defRPr sz="1969" b="1"/>
            </a:lvl8pPr>
            <a:lvl9pPr marL="4501662" indent="0">
              <a:buNone/>
              <a:defRPr sz="1969" b="1"/>
            </a:lvl9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>
            <a:normAutofit/>
          </a:bodyPr>
          <a:lstStyle>
            <a:lvl1pPr>
              <a:buClr>
                <a:srgbClr val="0093CC"/>
              </a:buClr>
              <a:defRPr lang="de-DE" sz="22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844062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20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marL="1406769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8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969477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6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2532185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AT" sz="1400" i="0" u="none" kern="1200" baseline="0" dirty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562708" indent="0">
              <a:buNone/>
              <a:defRPr sz="2462" b="1"/>
            </a:lvl2pPr>
            <a:lvl3pPr marL="1125415" indent="0">
              <a:buNone/>
              <a:defRPr sz="2215" b="1"/>
            </a:lvl3pPr>
            <a:lvl4pPr marL="1688123" indent="0">
              <a:buNone/>
              <a:defRPr sz="1969" b="1"/>
            </a:lvl4pPr>
            <a:lvl5pPr marL="2250830" indent="0">
              <a:buNone/>
              <a:defRPr sz="1969" b="1"/>
            </a:lvl5pPr>
            <a:lvl6pPr marL="2813539" indent="0">
              <a:buNone/>
              <a:defRPr sz="1969" b="1"/>
            </a:lvl6pPr>
            <a:lvl7pPr marL="3376246" indent="0">
              <a:buNone/>
              <a:defRPr sz="1969" b="1"/>
            </a:lvl7pPr>
            <a:lvl8pPr marL="3938954" indent="0">
              <a:buNone/>
              <a:defRPr sz="1969" b="1"/>
            </a:lvl8pPr>
            <a:lvl9pPr marL="4501662" indent="0">
              <a:buNone/>
              <a:defRPr sz="1969" b="1"/>
            </a:lvl9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>
            <a:normAutofit/>
          </a:bodyPr>
          <a:lstStyle>
            <a:lvl1pPr>
              <a:buClr>
                <a:srgbClr val="0093CC"/>
              </a:buClr>
              <a:defRPr lang="de-DE" sz="22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844062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20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marL="1406769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8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969477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6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2532185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AT" sz="1400" i="0" u="none" kern="1200" baseline="0" dirty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2860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7196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34"/>
            <a:ext cx="6172201" cy="4873625"/>
          </a:xfrm>
        </p:spPr>
        <p:txBody>
          <a:bodyPr>
            <a:normAutofit/>
          </a:bodyPr>
          <a:lstStyle>
            <a:lvl1pPr>
              <a:buClr>
                <a:srgbClr val="0093CC"/>
              </a:buClr>
              <a:defRPr lang="de-DE" sz="22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844062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20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marL="1406769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8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969477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6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2532185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AT" sz="1400" i="0" u="none" kern="1200" baseline="0" dirty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>
            <a:normAutofit/>
          </a:bodyPr>
          <a:lstStyle>
            <a:lvl1pPr marL="0" indent="0">
              <a:buNone/>
              <a:defRPr sz="2200" u="none">
                <a:latin typeface="+mn-lt"/>
              </a:defRPr>
            </a:lvl1pPr>
            <a:lvl2pPr marL="562708" indent="0">
              <a:buNone/>
              <a:defRPr sz="1723"/>
            </a:lvl2pPr>
            <a:lvl3pPr marL="1125415" indent="0">
              <a:buNone/>
              <a:defRPr sz="1477"/>
            </a:lvl3pPr>
            <a:lvl4pPr marL="1688123" indent="0">
              <a:buNone/>
              <a:defRPr sz="1231"/>
            </a:lvl4pPr>
            <a:lvl5pPr marL="2250830" indent="0">
              <a:buNone/>
              <a:defRPr sz="1231"/>
            </a:lvl5pPr>
            <a:lvl6pPr marL="2813539" indent="0">
              <a:buNone/>
              <a:defRPr sz="1231"/>
            </a:lvl6pPr>
            <a:lvl7pPr marL="3376246" indent="0">
              <a:buNone/>
              <a:defRPr sz="1231"/>
            </a:lvl7pPr>
            <a:lvl8pPr marL="3938954" indent="0">
              <a:buNone/>
              <a:defRPr sz="1231"/>
            </a:lvl8pPr>
            <a:lvl9pPr marL="4501662" indent="0">
              <a:buNone/>
              <a:defRPr sz="1231"/>
            </a:lvl9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29141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34"/>
            <a:ext cx="6172201" cy="4873625"/>
          </a:xfrm>
        </p:spPr>
        <p:txBody>
          <a:bodyPr/>
          <a:lstStyle>
            <a:lvl1pPr marL="0" indent="0">
              <a:buNone/>
              <a:defRPr sz="3939"/>
            </a:lvl1pPr>
            <a:lvl2pPr marL="562708" indent="0">
              <a:buNone/>
              <a:defRPr sz="3446"/>
            </a:lvl2pPr>
            <a:lvl3pPr marL="1125415" indent="0">
              <a:buNone/>
              <a:defRPr sz="2954"/>
            </a:lvl3pPr>
            <a:lvl4pPr marL="1688123" indent="0">
              <a:buNone/>
              <a:defRPr sz="2462"/>
            </a:lvl4pPr>
            <a:lvl5pPr marL="2250830" indent="0">
              <a:buNone/>
              <a:defRPr sz="2462"/>
            </a:lvl5pPr>
            <a:lvl6pPr marL="2813539" indent="0">
              <a:buNone/>
              <a:defRPr sz="2462"/>
            </a:lvl6pPr>
            <a:lvl7pPr marL="3376246" indent="0">
              <a:buNone/>
              <a:defRPr sz="2462"/>
            </a:lvl7pPr>
            <a:lvl8pPr marL="3938954" indent="0">
              <a:buNone/>
              <a:defRPr sz="2462"/>
            </a:lvl8pPr>
            <a:lvl9pPr marL="4501662" indent="0">
              <a:buNone/>
              <a:defRPr sz="2462"/>
            </a:lvl9pPr>
          </a:lstStyle>
          <a:p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>
            <a:normAutofit/>
          </a:bodyPr>
          <a:lstStyle>
            <a:lvl1pPr marL="0" indent="0">
              <a:buNone/>
              <a:defRPr lang="de-DE" sz="22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562708" indent="0">
              <a:buNone/>
              <a:defRPr sz="1723"/>
            </a:lvl2pPr>
            <a:lvl3pPr marL="1125415" indent="0">
              <a:buNone/>
              <a:defRPr sz="1477"/>
            </a:lvl3pPr>
            <a:lvl4pPr marL="1688123" indent="0">
              <a:buNone/>
              <a:defRPr sz="1231"/>
            </a:lvl4pPr>
            <a:lvl5pPr marL="2250830" indent="0">
              <a:buNone/>
              <a:defRPr sz="1231"/>
            </a:lvl5pPr>
            <a:lvl6pPr marL="2813539" indent="0">
              <a:buNone/>
              <a:defRPr sz="1231"/>
            </a:lvl6pPr>
            <a:lvl7pPr marL="3376246" indent="0">
              <a:buNone/>
              <a:defRPr sz="1231"/>
            </a:lvl7pPr>
            <a:lvl8pPr marL="3938954" indent="0">
              <a:buNone/>
              <a:defRPr sz="1231"/>
            </a:lvl8pPr>
            <a:lvl9pPr marL="4501662" indent="0">
              <a:buNone/>
              <a:defRPr sz="1231"/>
            </a:lvl9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55151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 marL="342900" indent="-342900">
              <a:buClr>
                <a:srgbClr val="0093CC"/>
              </a:buClr>
              <a:buFont typeface="Wingdings" panose="05000000000000000000" pitchFamily="2" charset="2"/>
              <a:buChar char="§"/>
              <a:defRPr lang="de-DE" sz="22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844062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20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marL="1406769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8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969477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6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2532185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AT" sz="1400" i="0" u="none" kern="1200" baseline="0" dirty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8395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3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4" y="365125"/>
            <a:ext cx="7734300" cy="5811838"/>
          </a:xfrm>
        </p:spPr>
        <p:txBody>
          <a:bodyPr vert="eaVert">
            <a:normAutofit/>
          </a:bodyPr>
          <a:lstStyle>
            <a:lvl1pPr marL="342900" indent="-342900">
              <a:buClr>
                <a:srgbClr val="0093CC"/>
              </a:buClr>
              <a:buFont typeface="Wingdings" panose="05000000000000000000" pitchFamily="2" charset="2"/>
              <a:buChar char="§"/>
              <a:defRPr lang="de-DE" sz="22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844062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20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marL="1406769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8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969477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DE" sz="1600" i="0" u="none" kern="1200" baseline="0" dirty="0" smtClean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2532185" indent="-281353">
              <a:buClr>
                <a:srgbClr val="0093CC"/>
              </a:buClr>
              <a:buFont typeface="Wingdings" panose="05000000000000000000" pitchFamily="2" charset="2"/>
              <a:buChar char="§"/>
              <a:defRPr lang="de-AT" sz="1400" i="0" u="none" kern="1200" baseline="0" dirty="0">
                <a:solidFill>
                  <a:srgbClr val="808080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57997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569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- Start, End 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/>
          </p:nvPr>
        </p:nvSpPr>
        <p:spPr>
          <a:xfrm>
            <a:off x="3082744" y="1588157"/>
            <a:ext cx="8153522" cy="65201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082744" y="2245506"/>
            <a:ext cx="8153522" cy="4320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200" b="1" baseline="0">
                <a:latin typeface="+mn-lt"/>
              </a:defRPr>
            </a:lvl1pPr>
          </a:lstStyle>
          <a:p>
            <a:pPr lvl="0"/>
            <a:r>
              <a:rPr lang="de-AT" dirty="0"/>
              <a:t>Untertitel durch Klicken bearbeiten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3082743" y="4000872"/>
            <a:ext cx="3987798" cy="220216"/>
          </a:xfrm>
          <a:prstGeom prst="rect">
            <a:avLst/>
          </a:prstGeom>
        </p:spPr>
        <p:txBody>
          <a:bodyPr/>
          <a:lstStyle>
            <a:lvl1pPr>
              <a:buNone/>
              <a:defRPr sz="1477">
                <a:latin typeface="+mn-lt"/>
              </a:defRPr>
            </a:lvl1pPr>
          </a:lstStyle>
          <a:p>
            <a:pPr lvl="0"/>
            <a:r>
              <a:rPr lang="de-AT" dirty="0"/>
              <a:t>Position durch Klicken bearbeiten</a:t>
            </a:r>
            <a:endParaRPr lang="de-DE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3082744" y="3778993"/>
            <a:ext cx="4011580" cy="216546"/>
          </a:xfrm>
          <a:prstGeom prst="rect">
            <a:avLst/>
          </a:prstGeom>
        </p:spPr>
        <p:txBody>
          <a:bodyPr/>
          <a:lstStyle>
            <a:lvl1pPr>
              <a:buNone/>
              <a:defRPr sz="1723" b="1" baseline="0">
                <a:latin typeface="+mn-lt"/>
              </a:defRPr>
            </a:lvl1pPr>
          </a:lstStyle>
          <a:p>
            <a:pPr lvl="0"/>
            <a:r>
              <a:rPr lang="de-AT" dirty="0"/>
              <a:t>Name durch Klicken bearbeiten</a:t>
            </a:r>
            <a:endParaRPr lang="de-DE" dirty="0"/>
          </a:p>
        </p:txBody>
      </p:sp>
      <p:sp>
        <p:nvSpPr>
          <p:cNvPr id="8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7047433" y="4000872"/>
            <a:ext cx="3987798" cy="220216"/>
          </a:xfrm>
          <a:prstGeom prst="rect">
            <a:avLst/>
          </a:prstGeom>
        </p:spPr>
        <p:txBody>
          <a:bodyPr/>
          <a:lstStyle>
            <a:lvl1pPr>
              <a:buNone/>
              <a:defRPr sz="1477">
                <a:latin typeface="+mn-lt"/>
              </a:defRPr>
            </a:lvl1pPr>
          </a:lstStyle>
          <a:p>
            <a:pPr lvl="0"/>
            <a:r>
              <a:rPr lang="de-AT" dirty="0"/>
              <a:t>Position durch Klicken bearbeiten</a:t>
            </a:r>
            <a:endParaRPr lang="de-DE" dirty="0"/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047433" y="3778993"/>
            <a:ext cx="4011580" cy="216546"/>
          </a:xfrm>
          <a:prstGeom prst="rect">
            <a:avLst/>
          </a:prstGeom>
        </p:spPr>
        <p:txBody>
          <a:bodyPr/>
          <a:lstStyle>
            <a:lvl1pPr>
              <a:buNone/>
              <a:defRPr sz="1723" b="1" baseline="0">
                <a:latin typeface="+mn-lt"/>
              </a:defRPr>
            </a:lvl1pPr>
          </a:lstStyle>
          <a:p>
            <a:pPr lvl="0"/>
            <a:r>
              <a:rPr lang="de-AT" dirty="0"/>
              <a:t>Name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140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platzhalter 1"/>
          <p:cNvSpPr>
            <a:spLocks noGrp="1"/>
          </p:cNvSpPr>
          <p:nvPr>
            <p:ph type="title"/>
          </p:nvPr>
        </p:nvSpPr>
        <p:spPr>
          <a:xfrm>
            <a:off x="335360" y="142528"/>
            <a:ext cx="10828233" cy="8382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9" name="Textplatzhalter 2"/>
          <p:cNvSpPr>
            <a:spLocks noGrp="1"/>
          </p:cNvSpPr>
          <p:nvPr>
            <p:ph type="body" idx="1"/>
          </p:nvPr>
        </p:nvSpPr>
        <p:spPr>
          <a:xfrm>
            <a:off x="720000" y="1124744"/>
            <a:ext cx="10632583" cy="4811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1125415" rtl="0" eaLnBrk="1" fontAlgn="auto" latinLnBrk="0" hangingPunct="1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Formatvorlagen des Textmasters bearbeiten Formatvorlagen des Textmasters bearbeiten</a:t>
            </a:r>
          </a:p>
          <a:p>
            <a:pPr marL="0" marR="0" lvl="0" indent="0" algn="l" defTabSz="1125415" rtl="0" eaLnBrk="1" fontAlgn="auto" latinLnBrk="0" hangingPunct="1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lvl="0"/>
            <a:r>
              <a:rPr lang="de-DE" dirty="0"/>
              <a:t>Formatvorlage des Textmasters bearbeiten</a:t>
            </a:r>
          </a:p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>
          <a:xfrm>
            <a:off x="0" y="-261902"/>
            <a:ext cx="10215529" cy="289000"/>
          </a:xfrm>
          <a:prstGeom prst="rect">
            <a:avLst/>
          </a:prstGeom>
        </p:spPr>
        <p:txBody>
          <a:bodyPr wrap="square" lIns="98625" tIns="49313" rIns="98625" bIns="49313" anchor="ctr">
            <a:spAutoFit/>
          </a:bodyPr>
          <a:lstStyle/>
          <a:p>
            <a:pPr marL="0" marR="0" lvl="0" indent="0" defTabSz="1125444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31" b="1" i="0" u="none" strike="noStrike" kern="1200" cap="none" spc="0" normalizeH="0" baseline="0" noProof="1">
                <a:ln>
                  <a:noFill/>
                </a:ln>
                <a:solidFill>
                  <a:schemeClr val="tx1">
                    <a:alpha val="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WBI.Title</a:t>
            </a:r>
            <a:endParaRPr kumimoji="0" lang="de-DE" sz="1231" b="0" i="0" u="none" strike="noStrike" kern="0" cap="none" spc="0" normalizeH="0" baseline="0" noProof="1">
              <a:ln>
                <a:noFill/>
              </a:ln>
              <a:solidFill>
                <a:schemeClr val="tx1">
                  <a:alpha val="0"/>
                </a:schemeClr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841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1125415" rtl="0" eaLnBrk="1" latinLnBrk="0" hangingPunct="1">
        <a:lnSpc>
          <a:spcPct val="90000"/>
        </a:lnSpc>
        <a:spcBef>
          <a:spcPct val="0"/>
        </a:spcBef>
        <a:buNone/>
        <a:defRPr lang="de-AT" sz="32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231"/>
        </a:spcBef>
        <a:buClr>
          <a:schemeClr val="accent1"/>
        </a:buClr>
        <a:buFont typeface="Wingdings" panose="05000000000000000000" pitchFamily="2" charset="2"/>
        <a:buChar char="§"/>
        <a:defRPr lang="de-DE" sz="2200" i="0" u="none" kern="1200" baseline="0" dirty="0" smtClean="0">
          <a:solidFill>
            <a:srgbClr val="808080"/>
          </a:solidFill>
          <a:latin typeface="+mn-lt"/>
          <a:ea typeface="Verdana" panose="020B060403050404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Untertitel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427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153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17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sz="440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62500" lnSpcReduction="20000"/>
          </a:bodyPr>
          <a:lstStyle/>
          <a:p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62500" lnSpcReduction="20000"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740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Dok.potx" id="{F21BDF12-A98B-4DF6-89B4-94B20A68F017}" vid="{1B0D8D33-6DE1-4BBD-B3CF-59F9701E9F4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Breitbild</PresentationFormat>
  <Paragraphs>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>Meusburger GmbH &amp; Co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Präsentationsvorlage Vorlage</dc:title>
  <dc:creator>Yannik Leibfritz</dc:creator>
  <cp:lastModifiedBy>Yannik Leibfritz</cp:lastModifiedBy>
  <cp:revision>42</cp:revision>
  <cp:lastPrinted>2026-04-13T08:16:08Z</cp:lastPrinted>
  <dcterms:created xsi:type="dcterms:W3CDTF">2026-04-13T08:16:08Z</dcterms:created>
  <dcterms:modified xsi:type="dcterms:W3CDTF">2026-04-13T08:16:37Z</dcterms:modified>
  <cp:version>0.1</cp:version>
</cp:coreProperties>
</file>